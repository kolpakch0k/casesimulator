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7b4fe825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7b4fe825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7b4fe825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7b4fe825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7b4fe825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7b4fe825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7b4fe825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7b4fe825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b4fe825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b4fe825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b4fe825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7b4fe825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7b4fe825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7b4fe825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7b4fe825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7b4fe825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735425" y="385475"/>
            <a:ext cx="63618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Создание мобильного приложения Симулятор Кейсов Контр страйк</a:t>
            </a:r>
            <a:endParaRPr sz="24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2" y="397890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Константин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60950" y="43377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Уникальность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60950" y="2433900"/>
            <a:ext cx="453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Приложение для лудоманов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Рандомные шансы на дроп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Стартовый баланс 5к теньге!!!!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60950" y="5125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Стек: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60950" y="1780150"/>
            <a:ext cx="453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60950" y="55980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База данных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425325" y="2340900"/>
            <a:ext cx="45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Screenshot_1777078211.png"/>
          <p:cNvPicPr preferRelativeResize="0"/>
          <p:nvPr/>
        </p:nvPicPr>
        <p:blipFill rotWithShape="1">
          <a:blip r:embed="rId3">
            <a:alphaModFix/>
          </a:blip>
          <a:srcRect b="3847" l="0" r="0" t="5639"/>
          <a:stretch/>
        </p:blipFill>
        <p:spPr>
          <a:xfrm>
            <a:off x="4264050" y="256000"/>
            <a:ext cx="2683224" cy="463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1.png"/>
          <p:cNvPicPr preferRelativeResize="0"/>
          <p:nvPr/>
        </p:nvPicPr>
        <p:blipFill rotWithShape="1">
          <a:blip r:embed="rId4">
            <a:alphaModFix/>
          </a:blip>
          <a:srcRect b="0" l="2316" r="2392" t="0"/>
          <a:stretch/>
        </p:blipFill>
        <p:spPr>
          <a:xfrm>
            <a:off x="228425" y="506875"/>
            <a:ext cx="3772950" cy="22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1488650" y="3316075"/>
            <a:ext cx="45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                --------------------&gt;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Screenshot_1777078336.png"/>
          <p:cNvPicPr preferRelativeResize="0"/>
          <p:nvPr/>
        </p:nvPicPr>
        <p:blipFill rotWithShape="1">
          <a:blip r:embed="rId3">
            <a:alphaModFix/>
          </a:blip>
          <a:srcRect b="2655" l="0" r="0" t="5484"/>
          <a:stretch/>
        </p:blipFill>
        <p:spPr>
          <a:xfrm>
            <a:off x="89375" y="311125"/>
            <a:ext cx="2168899" cy="452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Screenshot_1777078370.png"/>
          <p:cNvPicPr preferRelativeResize="0"/>
          <p:nvPr/>
        </p:nvPicPr>
        <p:blipFill rotWithShape="1">
          <a:blip r:embed="rId4">
            <a:alphaModFix/>
          </a:blip>
          <a:srcRect b="3280" l="0" r="0" t="3280"/>
          <a:stretch/>
        </p:blipFill>
        <p:spPr>
          <a:xfrm>
            <a:off x="2355550" y="311125"/>
            <a:ext cx="2168899" cy="452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Screenshot_1777078425.png"/>
          <p:cNvPicPr preferRelativeResize="0"/>
          <p:nvPr/>
        </p:nvPicPr>
        <p:blipFill rotWithShape="1">
          <a:blip r:embed="rId5">
            <a:alphaModFix/>
          </a:blip>
          <a:srcRect b="2383" l="0" r="0" t="4177"/>
          <a:stretch/>
        </p:blipFill>
        <p:spPr>
          <a:xfrm>
            <a:off x="4621725" y="311125"/>
            <a:ext cx="2168899" cy="4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 title="Screenshot_1777078425.png"/>
          <p:cNvPicPr preferRelativeResize="0"/>
          <p:nvPr/>
        </p:nvPicPr>
        <p:blipFill rotWithShape="1">
          <a:blip r:embed="rId5">
            <a:alphaModFix/>
          </a:blip>
          <a:srcRect b="2322" l="0" r="0" t="4784"/>
          <a:stretch/>
        </p:blipFill>
        <p:spPr>
          <a:xfrm>
            <a:off x="6887900" y="311125"/>
            <a:ext cx="2048574" cy="452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96500" y="48892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425350" y="2237000"/>
            <a:ext cx="45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заключении я хотел сказать спасибо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460950" y="76460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 внимание!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962250" y="260475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Гит</a:t>
            </a:r>
            <a:endParaRPr/>
          </a:p>
        </p:txBody>
      </p:sp>
      <p:pic>
        <p:nvPicPr>
          <p:cNvPr id="114" name="Google Shape;114;p21" title="fe85871c80ade9a0897b78e681490b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475" y="1167975"/>
            <a:ext cx="3670723" cy="367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